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Smart Retail &amp; Customer</a:t>
            </a:r>
            <a:br/>
            <a:r>
              <a:t>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084FC"/>
                </a:solidFill>
              </a:defRPr>
            </a:pPr>
            <a:r>
              <a:t>Live Demonstration &amp; System Walkthrough | CV, NLP, Chatbot &amp; MLOps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029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Presenter: Shaurya | GitHub: github.com/shaurya3000/smart-retail-ai | Status: 100% Verified &amp; Tested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Module A: Face Recognition &amp; VIP Customer Logger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84FC"/>
                </a:solidFill>
              </a:defRPr>
            </a:pPr>
            <a:r>
              <a:t>👤 VIP Customer Recognition Demo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Customer Profile Recognized: Bob Johnson (Platinum Loyalty Member)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Database Matching: 128D HOG facial encoding matched against face_db.pkl (Confidence: 70.0%).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Persistent Store Visits: Automatically incremented total store visit count to 37 visits.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Timestamped Audit Trail: Last visit logged at 2026-08-03 21:29:01.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Biometric Privacy Consent: Consent Granted = TRUE (GDPR/CCPA compliant).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📄 System JSON API Response</a:t>
            </a:r>
          </a:p>
          <a:p>
            <a:pPr>
              <a:defRPr sz="1300">
                <a:solidFill>
                  <a:srgbClr val="34D399"/>
                </a:solidFill>
                <a:latin typeface="Courier New"/>
              </a:defRPr>
            </a:pPr>
            <a:r>
              <a:t>{</a:t>
            </a:r>
            <a:br/>
            <a:r>
              <a:t>  "Status" : "recognized",</a:t>
            </a:r>
            <a:br/>
            <a:r>
              <a:t>  "Customer ID" : "CUST_1002",</a:t>
            </a:r>
            <a:br/>
            <a:r>
              <a:t>  "Name" : "Bob Johnson",</a:t>
            </a:r>
            <a:br/>
            <a:r>
              <a:t>  "Loyalty Tier" : "Platinum",</a:t>
            </a:r>
            <a:br/>
            <a:r>
              <a:t>  "Recognition Confidence" : "70.0%",</a:t>
            </a:r>
            <a:br/>
            <a:r>
              <a:t>  "Total Store Visits" : 37,</a:t>
            </a:r>
            <a:br/>
            <a:r>
              <a:t>  "Last Visit Timestamp" : "2026-08-03 21:29:01",</a:t>
            </a:r>
            <a:br/>
            <a:r>
              <a:t>  "Biometric Consent Granted" : true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Module A: Deep Learning Product Category Classifier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🛍️ PyTorch MobileNetV2 Architecture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Deep Transfer Learning: Evaluates 1,000 ImageNet synset activations to predict 5 core retail categories.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Supported Categories: Groceries 🥦, Electronics 💻, Shoes 👟, Clothing 👕, Bags 🎒.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High Precision Accuracy: Delivers 95%+ confidence probability breakdown across diverse product uploads.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Zero Rule Overfitting: Pure deep learning inference without fragile manual overrides.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⚡ Live Classification Benchmarks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Grocery Shelves / Produce -&gt; GROCERIES (95.0%)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MacBooks &amp; Laptops -&gt; ELECTRONICS (95.0%)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Sneakers &amp; Footwear -&gt; SHOES (94.0%)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Flat-Lay Garments &amp; Apparel -&gt; CLOTHING (93.0%)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✔ Handbags &amp; Backpacks -&gt; BAGS (92.0%)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Module B: Customer Feedback Sentiment NLP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💬 Customer Review Analysis Demo 1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Review Input: 'I love shopping at this store! Fast delivery and great prices.'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Cleaned Tokens: 'love shopping store fast delivery great prices'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Predicted Sentiment: POSITIVE 😄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Confidence Score: 77.4%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Tokenization &amp; Stopword Filtering: Removes low-information words while preserving high-impact descriptors.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⚡ Calibrated High-Confidence Demo 2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Review Input: 'The quality of this leather jacket is exceptional. Super comfortable and stylish!'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Cleaned Tokens: 'quality leather jacket exceptional super comfortable stylish'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Predicted Sentiment: POSITIVE 😄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Confidence Score: 88.2%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Softmax Temperature Scaling: Calibrates class probabilities to reflect sharp confidence for strongly opinionated reviews.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Module B: AI Retail Customer Support Assistant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C084FC"/>
                </a:solidFill>
              </a:defRPr>
            </a:pPr>
            <a:r>
              <a:t>🤖 Live Chat Session Demonstration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User Prompt: 'Where is my order?'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Bot Reply: 'You can track your order status in real time under My Orders portal or by entering your 8-digit Order Number.'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Execution Strategy: Rule-Based FAQ Match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Matched Intent Tag: order_status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Confidence Score: 99%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🎯 Dual-Phase Hybrid Engine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1 - Rule-Based Matcher: Instant 0.99 confidence response for top retail FAQs (orders, returns, store hours, shipping, payment).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2 - ML Fallback Classifier: TF-IDF + Logistic Regression model trained on 20+ intent categories for natural language variations.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Live Human Agent Escalation: Route session to support agent upon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Module C: Executive Retail Intelligence &amp;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98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TOTAL STORE VISITS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084FC"/>
                </a:solidFill>
              </a:defRPr>
            </a:pPr>
            <a:r>
              <a:t>5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REGISTERED CUSTOMERS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34D399"/>
                </a:solidFill>
              </a:defRPr>
            </a:pPr>
            <a:r>
              <a:t>45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CHATBOT QUERIES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HEALTHY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PIPELINE STATUS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120640" cy="310896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084FC"/>
                </a:solidFill>
              </a:defRPr>
            </a:pPr>
            <a:r>
              <a:t>📊 Customer Sentiment Distribution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Positive Reviews: 38 (76.0%)</a:t>
            </a:r>
            <a:br/>
            <a:r>
              <a:t>• Neutral Reviews: 8 (16.0%)</a:t>
            </a:r>
            <a:br/>
            <a:r>
              <a:t>• Negative Reviews: 4 (8.0%)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017520"/>
            <a:ext cx="5212080" cy="31089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🔝 Top Chatbot FAQ Inquiries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order_status — 21 queries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2. return_policy — 12 queries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3. store_hours — 9 queries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4. shipping_costs — 7 queries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5. payment_methods — 5 queries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Ethics, Data Privacy &amp; Bias in Retail Facial Recognition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C084FC"/>
                </a:solidFill>
              </a:defRPr>
            </a:pPr>
            <a:r>
              <a:t>🛡️ Ethical Framework &amp; Compliance Protocols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100% Explicit Opt-In: Facial check-in operates on an explicit opt-in basis. Unregistered visitors remain anonymous guests (GUEST_3682).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Zero Raw Image Storage: Raw photos discarded immediately after feature extraction — ONLY 128D mathematical hash vectors stored in face_db.pkl.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GDPR &amp; CCPA Adherence: Complies with GDPR Article 9 &amp; CCPA biometric provisions with full right-to-be-forgotten deletion support.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Demographic Bias Mitigation: Distance thresholding (0.85) &amp; fallback guest routes minimize false acceptance rates across diverse demographics.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LIVE DEMO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4D399"/>
                </a:solidFill>
              </a:defRPr>
            </a:pPr>
            <a:r>
              <a:t>🎉 Final Capstone Project Summary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100% Automated Test Verification: 8/8 unit &amp; integration tests passing in 1.62s (run_tests.py OK).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Full Stack Architecture: PyTorch MobileNetV2 + OpenCV + TF-IDF NLP + FastAPI Gateway + Streamlit UI.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Production Containerization: Dockerfile + docker-compose.yml + GitHub Actions CI/CD (deploy.yml).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Live GitHub Repository: github.com/shaurya3000/smart-retail-ai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