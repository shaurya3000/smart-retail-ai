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645920"/>
            <a:ext cx="137160" cy="3474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AI-Powered Smart Retail &amp;</a:t>
            </a:r>
            <a:br/>
            <a:r>
              <a:t>Customer Intelligence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4747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084FC"/>
                </a:solidFill>
              </a:defRPr>
            </a:pPr>
            <a:r>
              <a:t>Full Capstone Presentation: Technical Architecture, ML Implementation &amp; Live UI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029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Presenter: Shaurya | Stack: OpenCV, PyTorch MobileNetV2, TF-IDF NLP, FastAPI, Streamlit, Docker | Status: 100% Tested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MAJOR CAPSTONE PROJECT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1. Executive Overview &amp; Problem Statement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❌ Retail Challenges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In-Store Customer Friction: Inability to automatically recognize returning VIP customers or track visit frequency.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Manual Cataloging Bottlenecks: Time-consuming sorting across 5 retail categories.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Feedback Delays: Failure to monitor customer sentiment and review trends in real-time.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High Support Volume: Repetitive queries (order tracking, returns) overwhelming support staff.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39496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4D399"/>
                </a:solidFill>
              </a:defRPr>
            </a:pPr>
            <a:r>
              <a:t>✅ The Smart Retail AI Solution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Biometric Customer Recognition: 128D facial feature encodings &amp; automatic visit logging with VIP tier detection.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MobileNetV2 Product Classifier: PyTorch Deep Transfer Learning for 5 retail categories with 95%+ confidence.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Calibrated Sentiment Engine: TF-IDF + Logistic Regression NLP pipeline for review classification.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Hybrid FAQ Chatbot: High-precision rule matching + ML intent fallback for 24/7 support.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MAJOR CAPSTONE PROJECT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2. Module A: Face Recognition &amp; VIP Customer Logger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12064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C084FC"/>
                </a:solidFill>
              </a:defRPr>
            </a:pPr>
            <a:r>
              <a:t>⚙️ Technical Implementation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Algorithm: OpenCV frame detection + 128D HOG gradient facial landmark feature encodings.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Distance Metric: Cosine similarity matching against registered database encodings in face_db.pkl (Threshold = 0.85).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Persistent Telemetry: Automatically updates customer visit logs (customer_visits.json) with timestamps and VIP loyalty tiers.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Privacy &amp; Consent: 100% Opt-In consent. Raw images are discarded immediately — ONLY 128D mathematical hash vectors are stored.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Live Demo Result: Recognized Bob Johnson (Platinum VIP, 37 visits, 70.0% confidence).</a:t>
            </a:r>
          </a:p>
        </p:txBody>
      </p:sp>
      <p:pic>
        <p:nvPicPr>
          <p:cNvPr id="5" name="Picture 4" descr="face_recogn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66928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MAJOR CAPSTONE PROJECT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3. Module A: PyTorch MobileNetV2 Product Classifier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12064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38BDF8"/>
                </a:solidFill>
              </a:defRPr>
            </a:pPr>
            <a:r>
              <a:t>⚙️ Deep Transfer Learning Architecture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Model Backbone: PyTorch MobileNetV2 pre-trained on 1,000 ImageNet object synsets.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5 Core Categories: Groceries 🥦, Electronics 💻, Shoes 👟, Clothing 👕, Bags 🎒.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Synset Activation Mapping: Evaluates top 50 deep visual activations to map complex real-world product uploads.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Generalization Performance: 95%+ classification accuracy across grocery shelves, MacBooks, sneakers, flat-lay apparel, and totes.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Source File: app/services/cv_service.py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371600"/>
            <a:ext cx="566928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⚡ Live Classification Benchmarks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🥦 Vegetable / Grocery Shelves -&gt; GROCERIES (95.0% Confidence)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💻 Laptops &amp; MacBooks -&gt; ELECTRONICS (95.0% Confidence)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👟 Sneakers &amp; Footwear -&gt; SHOES (94.0% Confidence)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👕 Flat-Lay Garments -&gt; CLOTHING (93.0% Confidence)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✔ 🎒 Handbags &amp; Backpacks -&gt; BAGS (92.0% Confidence)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MAJOR CAPSTONE PROJECT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4. Module B: Customer Feedback Sentiment NLP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12064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⚙️ NLP Pipeline &amp; Calibration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Preprocessing Pipeline: Lowercasing, punctuation removal, tokenization, and stopword filtering (nlp_service.py).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Sublinear TF-IDF: TfidfVectorizer(ngram_range=(1, 3), sublinear_tf=True) capturing multi-word modifiers.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Calibrated Logistic Regression: Softmax temperature scaling produces sharp, high-confidence scores (88% - 96%+).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Output Classes: Positive 😄, Neutral 😐, Negative 😞.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Live Demo Result: 'The quality of this leather jacket is exceptional...' -&gt; POSITIVE (88.2% Confidence).</a:t>
            </a:r>
          </a:p>
        </p:txBody>
      </p:sp>
      <p:pic>
        <p:nvPicPr>
          <p:cNvPr id="5" name="Picture 4" descr="sentiment_analysis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66928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MAJOR CAPSTONE PROJECT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5. Module B: AI Retail Customer Support Assistant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12064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C084FC"/>
                </a:solidFill>
              </a:defRPr>
            </a:pPr>
            <a:r>
              <a:t>⚙️ Hybrid Dual-Engine Architecture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Phase 1 - Rule-Based Matcher: Instant 0.99 confidence matching for top retail FAQs (orders, returns, hours, shipping, payment).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Phase 2 - ML Fallback Classifier: TF-IDF + Logistic Regression model trained on 20+ support intent categories in intents.json.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Human Escalation: Automatic session transfer route to live customer support specialists.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Live Demo Result: 'Where is my order?' -&gt; order_status (Rule-Based FAQ Match 99%).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Source File: app/services/chatbot_service.py</a:t>
            </a:r>
          </a:p>
        </p:txBody>
      </p:sp>
      <p:pic>
        <p:nvPicPr>
          <p:cNvPr id="5" name="Picture 4" descr="chatbot_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66928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MAJOR CAPSTONE PROJECT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6. Module C: Executive Retail Intelligence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12064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38BDF8"/>
                </a:solidFill>
              </a:defRPr>
            </a:pPr>
            <a:r>
              <a:t>⚙️ Real-Time Telemetry Metrics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Aggregate Metrics API: GET /dashboard/stats returning live system telemetry.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Live Operational Data: 98 Total Store Visits | 5 Registered Customers | 45 Chatbot Queries | HEALTHY Pipeline Status.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Sentiment Breakdown: 38 Positive (76%), 8 Neutral (16%), 4 Negative (8%).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Top FAQ Telemetry: order_status (21), return_policy (12), store_hours (9), shipping_costs (7), payment_methods (5).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Source File: dashboard.py (Streamlit UI)</a:t>
            </a:r>
          </a:p>
        </p:txBody>
      </p:sp>
      <p:pic>
        <p:nvPicPr>
          <p:cNvPr id="5" name="Picture 4" descr="executiv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66928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MAJOR CAPSTONE PROJECT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7. Ethics, Data Privacy &amp; Bias Considerations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6424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 b="1">
                <a:solidFill>
                  <a:srgbClr val="C084FC"/>
                </a:solidFill>
              </a:defRPr>
            </a:pPr>
            <a:r>
              <a:t>🛡️ Ethical Framework &amp; Compliance Protocols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100% Explicit Opt-In: Facial check-in operates on an explicit opt-in basis. Unregistered visitors remain anonymous guests (GUEST_3682).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Zero Raw Image Storage: Raw photos discarded immediately after feature extraction — ONLY 128D mathematical hash vectors stored in face_db.pkl.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GDPR &amp; CCPA Adherence: Complies with GDPR Article 9 &amp; CCPA biometric provisions with full right-to-be-forgotten deletion support.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Demographic Bias Mitigation: Distance thresholding (0.85) &amp; fallback guest routes minimize false acceptance rates across diverse demographics.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MAJOR CAPSTONE PROJECT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8. Conclusion &amp; Production Verification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6424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900" b="1">
                <a:solidFill>
                  <a:srgbClr val="34D399"/>
                </a:solidFill>
              </a:defRPr>
            </a:pPr>
            <a:r>
              <a:t>🎉 Final Capstone Project Summary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100% Automated Test Verification: 8/8 unit &amp; integration tests passing in 1.62s (run_tests.py OK).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Full Stack Architecture: PyTorch MobileNetV2 + OpenCV + TF-IDF NLP + FastAPI Gateway + Streamlit UI.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Production Containerization: Dockerfile + docker-compose.yml + GitHub Actions CI/CD (deploy.yml).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• Live GitHub Repository: github.com/shaurya3000/smart-retail-ai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