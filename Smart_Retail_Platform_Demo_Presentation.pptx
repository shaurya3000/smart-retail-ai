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Smart Retail &amp; Customer Intelligence Platform</a:t>
            </a:r>
          </a:p>
          <a:p>
            <a:pPr>
              <a:defRPr sz="1800">
                <a:solidFill>
                  <a:srgbClr val="C084FC"/>
                </a:solidFill>
              </a:defRPr>
            </a:pPr>
            <a:r>
              <a:t>Live Application Demonstration Deck with Embedded High-Resolution UI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Module A: Biometric Face Recognition &amp; Customer Visit Logger</a:t>
            </a:r>
          </a:p>
        </p:txBody>
      </p:sp>
      <p:pic>
        <p:nvPicPr>
          <p:cNvPr id="3" name="Picture 2" descr="face_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167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Module B: Customer Feedback Sentiment Analysis NLP Engine</a:t>
            </a:r>
          </a:p>
        </p:txBody>
      </p:sp>
      <p:pic>
        <p:nvPicPr>
          <p:cNvPr id="3" name="Picture 2" descr="sentiment_analysi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167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Module B: AI Retail Customer Support Assistant</a:t>
            </a:r>
          </a:p>
        </p:txBody>
      </p:sp>
      <p:pic>
        <p:nvPicPr>
          <p:cNvPr id="3" name="Picture 2" descr="chatbot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167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Module C: Executive Retail Intelligence Telemetry Dashboard</a:t>
            </a:r>
          </a:p>
        </p:txBody>
      </p:sp>
      <p:pic>
        <p:nvPicPr>
          <p:cNvPr id="3" name="Picture 2" descr="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167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