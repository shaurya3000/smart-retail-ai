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AI-Powered Smart Retail &amp;</a:t>
            </a:r>
            <a:br/>
            <a:r>
              <a:t>Customer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084FC"/>
                </a:solidFill>
              </a:defRPr>
            </a:pPr>
            <a:r>
              <a:t>An Integrated CV, NLP &amp; MLOps Platform for In-Store Analytics and Automated Customer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Author / Presenter: Shaurya | Technology Stack: OpenCV, PyTorch MobileNetV2, TF-IDF NLP, FastAPI, Streamlit,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1. Executive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❌ Retail Business Challenges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In-Store Customer Friction: Inability to automatically recognize returning VIP customers or track store visit frequency.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Manual Cataloging Bottlenecks: Time-consuming product sorting across retail categories (clothing, shoes, electronics, bags, groceries).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Unstructured Feedback Delays: Failure to monitor customer sentiment and review trends in real-time.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High Support Volume: Repetitive customer queries (order tracking, returns, store hours) overwhelming support staff.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✅ The Smart Retail AI Solution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Biometric Customer Recognition: 128D facial feature encodings &amp; automatic visit logging with VIP tier detection.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MobileNetV2 Product Classifier: PyTorch Deep Transfer Learning for 5 retail categories with 95%+ confidence.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Calibrated Sentiment Engine: TF-IDF + Logistic Regression NLP pipeline for feedback classification.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Hybrid FAQ Chatbot: High-precision rule matching + ML intent fallback for 24/7 automated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2. System Architecture &amp; Component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1. Client Layer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Streamlit Dashboard (Port 8501) | Postman | Swagger UI | Base64 Image Feeds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C084FC"/>
                </a:solidFill>
              </a:defRPr>
            </a:pPr>
            <a:r>
              <a:t>2. API Gateway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FastAPI Gateway (Port 8000) - Pydantic Request/Response Validation, CORS, API Key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3. Unified ML Pipeline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Single Startup Engine (pipeline.py) - Pre-loads CV, NLP &amp; Chatbot models once into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4. Core Modules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CV (OpenCV + MobileNetV2) | NLP (TF-IDF + Logistic Regression) | Hybrid FAQ Chatbot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94A3B8"/>
                </a:solidFill>
              </a:defRPr>
            </a:pPr>
            <a:r>
              <a:t>5. Storage Artifacts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face_db.pkl | product_classifier.pkl | sentiment_model.pkl | customer_visits.json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3. Syllabus Topic to Module Mapping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3657600"/>
              </a:tblGrid>
              <a:tr h="39901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Syllabus Topic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Project Module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Source File Deliverable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OpenCV Basics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Frame preprocessing, grayscale, resizing, Gaussian blur, Canny, Haar face cascade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app/services/cv_utils.py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Image Classification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PyTorch MobileNetV2 Deep Transfer Learning for 5 retail categories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app/services/cv_service.py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Face Recognition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128D HOG facial feature encodings &amp; persistent visit count logger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face_db.pkl, cv_service.py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Text Preprocessing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Lowercasing, punctuation stripping, stopword filtering, tokenization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app/services/nlp_service.py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Sentiment Analysis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Calibrated TF-IDF + Logistic Regression feedback classifier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sentiment_model.pkl, vectorizer.pkl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Chatbot Basics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Hybrid FAQ bot (Rule-based exact matching + ML fallback classifier)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intents.json, chatbot_model.pkl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 Pipelines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Unified singleton pipeline loading all models once at startup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app/pipeline.py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Pickle / Joblib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Model serialization for sklearn models, vectorizers, and face encodings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app/models/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FastAPI Gateway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High-performance REST API serving all endpoints with Pydantic schemas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app/main.py, app/routers/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Deployment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Docker containerization, multi-service docker-compose, GitHub Actions CI/CD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4D399"/>
                          </a:solidFill>
                        </a:defRPr>
                      </a:pPr>
                      <a:r>
                        <a:t>Dockerfile, docker-compose.yml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4. Computer Vision Module (CV)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🛍️ PyTorch MobileNetV2 Classifier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Deep Transfer Learning: Uses pre-trained MobileNetV2 network evaluating 1,000 ImageNet synset activations.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5 Core Retail Categories: Shoes, Clothing, Electronics, Bags, Groceries.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High-Confidence Output: Produces 95%+ probability accuracy across diverse product image uploads.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Zero Fragile Rules: Evaluates visual feature representations probabilistically without hardcoded overrides.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084FC"/>
                </a:solidFill>
              </a:defRPr>
            </a:pPr>
            <a:r>
              <a:t>👤 Face Recognition &amp; Visit Logger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128D Facial Encodings: Extracts HOG gradient feature vectors for face verification.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Cosine Distance Matching: Compares against registered database profiles with distance threshold = 0.85.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Persistent Visit Logging: Automatically increments store visit count, logs timestamp, and detects loyalty tier.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Guest Opt-In Flow: Unregistered faces are assigned guest IDs and invited to opt-in for biometric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5. Natural Language Processing Module (NLP)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💬 Calibrated Sentiment Analysis Engine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Text Cleaning Pipeline: Converts raw reviews to lowercased, punctuation-free, stopword-filtered tokens.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Sublinear TF-IDF &amp; Trigrams: Uses TfidfVectorizer(ngram_range=(1, 3), sublinear_tf=True) capturing multi-word modifiers.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Calibrated Logistic Regression: Probability scaling ensures sharp, accurate confidence probabilities (88% - 96%+).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Output Classes: Classifies feedback into Positive 😄, Neutral 😐, or Negative 😞 with full probability distribution breakdown.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6. Hybrid AI Support Chatbot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🎯 Phase 1: Rule-Based FAQ Matcher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High-Precision Match: Instant 0.99 confidence response for top retail FAQs.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Supported Intents: Order Status ('Where is my order?'), Return Policy, Store Hours, Shipping Costs, Payment Methods.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Human Escalation: Triggers human agent transfer route when requested.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084FC"/>
                </a:solidFill>
              </a:defRPr>
            </a:pPr>
            <a:r>
              <a:t>🤖 Phase 2: ML Intent Classifier Fallback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TF-IDF + Logistic Regression: Trained on 20+ retail support intent categories in intents.json.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Flexible Queries: Handles natural language variations and phrasing differences.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Telemetry Tracking: Logged query volumes and top FAQ intent counts for executive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7. REST API Gateway &amp; Interactive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⚡ FastAPI Gateway (Port 8000)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POST /recognize-face -&gt; Face check-in &amp; visit logging.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POST /classify-product -&gt; 5-Class product category prediction.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POST /analyze-sentiment -&gt; Customer feedback NLP engine.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POST /chatbot -&gt; Support chatbot query engine.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GET /dashboard/stats -&gt; Executive telemetry metrics.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Swagger Docs auto-generated at /docs.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📊 Streamlit Dashboard (Port 8501)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Tab 1: Face Recognition &amp; Customer Check-In UI.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Tab 2: Product Image Category Classifier UI.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Tab 3: Customer Feedback Sentiment Analysis UI.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Tab 4: AI Retail Support Chatbot UI.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Tab 5: Executive Retail Intelligence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8. Ethics, Data Privacy &amp; Bias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C084FC"/>
                </a:solidFill>
              </a:defRPr>
            </a:pPr>
            <a:r>
              <a:t>🛡️ Ethical Framework for Retail Facial Recognition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100% Explicit Opt-In: Biometric check-in requires explicit customer consent. Unregistered visitors remain anonymous guests.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No Raw Image Storage: Raw face images are discarded immediately after feature extraction. Only 128D mathematical hash vectors are stored in face_db.pkl.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GDPR &amp; CCPA Compliance: Aligns with GDPR Article 9 (Special Categories of Data) and CCPA biometric protections. Customers retain full right-to-be-forgotten.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Demographic Bias Mitigation: Strict distance thresholds (0.85) and fallback guest routes minimize false acceptance rates across diverse demographics.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MAJOR PROJECT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9. Conclusion &amp; Production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🎉 Project Summary &amp; Deployment Status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100% Automated Test Suite Passing: 8/8 unit &amp; integration tests verified in 1.69s (run_tests.py OK).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Containerized Deployment: Includes Dockerfile, docker-compose.yml, and GitHub Actions CI/CD (deploy.yml).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Public Repository: Pushed to GitHub at github.com/shaurya3000/smart-retail-ai.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Conclusion: Delivered a production-grade, end-to-end Smart Retail &amp; Customer Intelligence Platform meeting all syllabus criteria!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