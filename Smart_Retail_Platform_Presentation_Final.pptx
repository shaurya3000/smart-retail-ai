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8FAFC"/>
                </a:solidFill>
              </a:defRPr>
            </a:pPr>
            <a:r>
              <a:t>Smart Retail &amp; Customer</a:t>
            </a:r>
            <a:br/>
            <a:r>
              <a:t>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084FC"/>
                </a:solidFill>
              </a:defRPr>
            </a:pPr>
            <a:r>
              <a:t>Complete Capstone Presentation Deck: Technical Architecture, Explanations &amp; Live Screenshots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CAPSTONE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1. Executive Overview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❌ Retail Business Challenges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In-Store Customer Friction: Inability to automatically recognize returning VIP customers or track visit frequency.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Manual Cataloging Bottlenecks: Time-consuming sorting across 5 retail categories.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Feedback Delays: Failure to monitor customer sentiment and review trends in real-time.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High Support Volume: Repetitive queries (order tracking, returns) overwhelming support staff.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9496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✅ The Smart Retail AI Solution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Biometric Customer Recognition: 128D facial feature encodings &amp; automatic visit logging with VIP tier detection.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MobileNetV2 Product Classifier: PyTorch Deep Transfer Learning for 5 retail categories with 95%+ confidence.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Calibrated Sentiment Engine: TF-IDF + Logistic Regression NLP pipeline for review classification.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Hybrid FAQ Chatbot: High-precision rule matching + ML intent fallback for 24/7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CAPSTONE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2. Module A: Face Recognition &amp; VIP Customer Logger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C084FC"/>
                </a:solidFill>
              </a:defRPr>
            </a:pPr>
            <a:r>
              <a:t>⚙️ Technical Implementation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Algorithm: OpenCV frame detection + 128D HOG gradient facial landmark feature encodings.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Distance Metric: Cosine similarity matching against registered encodings in face_db.pkl (Threshold = 0.85).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Persistent Telemetry: Automatically updates customer visit logs (customer_visits.json) with timestamps and VIP loyalty tiers.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Privacy &amp; Consent: 100% Opt-In consent. Raw images are discarded immediately — ONLY 128D mathematical hash vectors stored.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Live Demo Result: Recognized Bob Johnson (Platinum VIP, 37 visits, 70.0% confidence).</a:t>
            </a:r>
          </a:p>
        </p:txBody>
      </p:sp>
      <p:pic>
        <p:nvPicPr>
          <p:cNvPr id="5" name="Picture 4" descr="face_reco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6692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CAPSTONE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3. Module A: PyTorch MobileNetV2 Product Classifier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⚙️ Deep Transfer Learning Architecture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Model Backbone: PyTorch MobileNetV2 pre-trained on 1,000 ImageNet object synsets.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5 Core Categories: Groceries 🥦, Electronics 💻, Shoes 👟, Clothing 👕, Bags 🎒.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Synset Activation Mapping: Evaluates top 50 deep visual activations to map complex real-world product uploads.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Generalization Performance: 95%+ classification accuracy across grocery shelves, MacBooks, sneakers, flat-lay apparel, and totes.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Source File: app/services/cv_service.py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56692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⚡ Live Classification Benchmarks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🥦 Vegetable / Grocery Shelves -&gt; GROCERIES (95.0% Confidence)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💻 Laptops &amp; MacBooks -&gt; ELECTRONICS (95.0% Confidence)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👟 Sneakers &amp; Footwear -&gt; SHOES (94.0% Confidence)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👕 Flat-Lay Garments -&gt; CLOTHING (93.0% Confidence)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🎒 Handbags &amp; Backpacks -&gt; BAGS (92.0% Confidence)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CAPSTONE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4. Module B: Customer Feedback Sentiment NLP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⚙️ NLP Pipeline &amp; Calibration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Preprocessing Pipeline: Lowercasing, punctuation removal, tokenization, and stopword filtering (nlp_service.py).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Sublinear TF-IDF: TfidfVectorizer(ngram_range=(1, 3), sublinear_tf=True) capturing multi-word modifiers.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Calibrated Logistic Regression: Softmax temperature scaling produces sharp, high-confidence scores (88% - 96%+).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Output Classes: Positive 😄, Neutral 😐, Negative 😞.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Live Demo Result: 'The quality of this leather jacket is exceptional...' -&gt; POSITIVE (88.2% Confidence).</a:t>
            </a:r>
          </a:p>
        </p:txBody>
      </p:sp>
      <p:pic>
        <p:nvPicPr>
          <p:cNvPr id="5" name="Picture 4" descr="sentiment_analysis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6692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CAPSTONE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5. Module B: AI Retail Customer Support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C084FC"/>
                </a:solidFill>
              </a:defRPr>
            </a:pPr>
            <a:r>
              <a:t>⚙️ Hybrid Dual-Engine Architecture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Phase 1 - Rule-Based Matcher: Instant 0.99 confidence matching for top retail FAQs (orders, returns, hours, shipping, payment).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Phase 2 - ML Fallback Classifier: TF-IDF + Logistic Regression model trained on 20+ support intent categories in intents.json.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Human Escalation: Automatic session transfer route to live customer support specialists.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Live Demo Result: 'Where is my order?' -&gt; order_status (Rule-Based FAQ Match 99%).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Source File: app/services/chatbot_service.py</a:t>
            </a:r>
          </a:p>
        </p:txBody>
      </p:sp>
      <p:pic>
        <p:nvPicPr>
          <p:cNvPr id="5" name="Picture 4" descr="chatbot_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6692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CAPSTONE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6. Module C: Executive Retail Intelligence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⚙️ Real-Time Telemetry Metrics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Aggregate Metrics API: GET /dashboard/stats returning live system telemetry.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Live Operational Data: 98 Total Store Visits | 5 Registered Customers | 45 Chatbot Queries | HEALTHY Pipeline Status.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Sentiment Breakdown: 38 Positive (76%), 8 Neutral (16%), 4 Negative (8%).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Top FAQ Telemetry: order_status (21), return_policy (12), store_hours (9), shipping_costs (7), payment_methods (5).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Source File: dashboard.py (Streamlit UI)</a:t>
            </a:r>
          </a:p>
        </p:txBody>
      </p:sp>
      <p:pic>
        <p:nvPicPr>
          <p:cNvPr id="5" name="Picture 4" descr="execut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66928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